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r="http://schemas.openxmlformats.org/officeDocument/2006/relationships">
  <p:cSld>
    <p:spTree/>
  </p:cSld>
</p:sldLayout>
</file>

<file path=ppt/slideMasters/_rels/slideMaster1.xml.rels>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sp>
        <p:nvSpPr>
          <p:cNvPr id="2" name="Title Placeholder 1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nvPr>
            <p:ph type="body" idx="1"/>
          </p:nvPr>
        </p:nvSpPr>
        <p:spPr>
          <a:xfrm>
            <a:off x="838200" y="1825625"/>
            <a:ext cx="10515600" cy="4451125"/>
          </a:xfrm>
        </p:spPr>
        <p:txBody>
          <a:bodyPr/>
          <a:lstStyle/>
          <a:p>
            <a:r>
              <a:t/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 name="Deck 1">
    <p:spTree>
      <p:sp>
        <p:nvSpPr>
          <p:cNvPr id="2" name="Title 2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p>
            <a:r>
              <a:rPr lang="en-US" sz="4400" b="1"/>
              <a:t>Hello Slides</a:t>
            </a:r>
          </a:p>
        </p:txBody>
      </p:sp>
      <p:sp>
        <p:nvSpPr>
          <p:cNvPr id="3" name="Content 3"/>
          <p:nvPr>
            <p:ph type="body" idx="1"/>
          </p:nvPr>
        </p:nvSpPr>
        <p:spPr>
          <a:xfrm>
            <a:off x="838200" y="1825625"/>
            <a:ext cx="10515600" cy="4451125"/>
          </a:xfrm>
        </p:spPr>
        <p:txBody>
          <a:bodyPr/>
          <a:p>
            <a:r>
              <a:t>First bullet</a:t>
            </a:r>
          </a:p>
          <a:p>
            <a:pPr>
              <a:buChar char="•"/>
            </a:pPr>
            <a:r>
              <a:t>Second bullet</a:t>
            </a:r>
          </a:p>
        </p:txBody>
      </p:sp>
    </p:spTree>
  </p:cSld>
</p:sld>
</file>

<file path=ppt/slides/slide2.xml><?xml version="1.0" encoding="utf-8"?>
<p:sld xmlns:p="http://schemas.openxmlformats.org/presentationml/2006/main" xmlns:r="http://schemas.openxmlformats.org/officeDocument/2006/relationships" xmlns:a="http://schemas.openxmlformats.org/drawingml/2006/main">
  <p:cSld name="Deck 2">
    <p:spTree>
      <p:sp>
        <p:nvSpPr>
          <p:cNvPr id="2" name="Title 2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p>
            <a:r>
              <a:rPr lang="en-US" sz="4400" b="1"/>
              <a:t>Slide two</a:t>
            </a:r>
          </a:p>
        </p:txBody>
      </p:sp>
      <p:sp>
        <p:nvSpPr>
          <p:cNvPr id="3" name="Content 3"/>
          <p:nvPr>
            <p:ph type="body" idx="1"/>
          </p:nvPr>
        </p:nvSpPr>
        <p:spPr>
          <a:xfrm>
            <a:off x="838200" y="1825625"/>
            <a:ext cx="10515600" cy="4451125"/>
          </a:xfrm>
        </p:spPr>
        <p:txBody>
          <a:bodyPr/>
          <a:p>
            <a:r>
              <a:t>Another line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1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</a:themeElements>
</a:theme>
</file>