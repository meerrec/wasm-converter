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>
    <p:spTree/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sp>
        <p:nvSpPr>
          <p:cNvPr id="2" name="Title Placeholder 1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Deck 1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Hello Slides</a:t>
            </a:r>
          </a:p>
        </p:txBody>
      </p:sp>
      <p:sp>
        <p:nvSpPr>
          <p:cNvPr id="3" name="Content 3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p>
            <a:r>
              <a:t>First bullet</a:t>
            </a:r>
          </a:p>
          <a:p>
            <a:pPr>
              <a:buChar char="•"/>
            </a:pPr>
            <a:r>
              <a:t>Second bullet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 name="Deck 2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Slide two</a:t>
            </a:r>
          </a:p>
        </p:txBody>
      </p:sp>
      <p:sp>
        <p:nvSpPr>
          <p:cNvPr id="3" name="Content 3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p>
            <a:r>
              <a:t>Another line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1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</a:themeElements>
</a:theme>
</file>