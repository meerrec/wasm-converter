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>
  <p:cSld>
    <p:spTree/>
  </p:cSld>
</p:sldLayout>
</file>

<file path=ppt/slideMasters/_rels/slideMaster1.xml.rels>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sp>
        <p:nvSpPr>
          <p:cNvPr id="2" name="Title Placeholder 1"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nvPr>
            <p:ph type="body" idx="1"/>
          </p:nvPr>
        </p:nvSpPr>
        <p:spPr>
          <a:xfrm>
            <a:off x="838200" y="1825625"/>
            <a:ext cx="10515600" cy="4451125"/>
          </a:xfrm>
        </p:spPr>
        <p:txBody>
          <a:bodyPr/>
          <a:lstStyle/>
          <a:p>
            <a:r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 name="Bullets">
    <p:spTree>
      <p:sp>
        <p:nvSpPr>
          <p:cNvPr id="2" name="Title 2"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sz="4400" b="1"/>
              <a:t>Outline</a:t>
            </a:r>
          </a:p>
        </p:txBody>
      </p:sp>
      <p:sp>
        <p:nvSpPr>
          <p:cNvPr id="3" name="Content 3"/>
          <p:nvPr>
            <p:ph type="body" idx="1"/>
          </p:nvPr>
        </p:nvSpPr>
        <p:spPr>
          <a:xfrm>
            <a:off x="838200" y="1825625"/>
            <a:ext cx="10515600" cy="4451125"/>
          </a:xfrm>
        </p:spPr>
        <p:txBody>
          <a:bodyPr/>
          <a:p>
            <a:r>
              <a:rPr lang="en-US" b="1"/>
              <a:t>Bold lead</a:t>
            </a:r>
          </a:p>
          <a:p>
            <a:pPr>
              <a:buChar char="•"/>
            </a:pPr>
            <a:r>
              <a:t>Level one</a:t>
            </a:r>
          </a:p>
          <a:p>
            <a:pPr lvl="1">
              <a:buChar char="–"/>
            </a:pPr>
            <a:r>
              <a:t>Level two</a:t>
            </a:r>
          </a:p>
          <a:p>
            <a:r>
              <a:rPr lang="en-US" i="1"/>
              <a:t>Italic tail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1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</a:themeElements>
</a:theme>
</file>