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>
  <p:cSld>
    <p:spTree/>
  </p:cSld>
</p:sldLayout>
</file>

<file path=ppt/slideMasters/_rels/slideMaster1.xml.rels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sp>
        <p:nvSpPr>
          <p:cNvPr id="2" name="Title Placeholder 1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lstStyle/>
          <a:p>
            <a:r>
              <a:t/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 name="Bullets">
    <p:spTree>
      <p:sp>
        <p:nvSpPr>
          <p:cNvPr id="2" name="Title 2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p>
            <a:r>
              <a:rPr lang="en-US" sz="4400" b="1"/>
              <a:t>Outline</a:t>
            </a:r>
          </a:p>
        </p:txBody>
      </p:sp>
      <p:sp>
        <p:nvSpPr>
          <p:cNvPr id="3" name="Content 3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p>
            <a:r>
              <a:rPr lang="en-US" b="1"/>
              <a:t>Bold lead</a:t>
            </a:r>
          </a:p>
          <a:p>
            <a:pPr>
              <a:buChar char="•"/>
            </a:pPr>
            <a:r>
              <a:t>Level one</a:t>
            </a:r>
          </a:p>
          <a:p>
            <a:pPr lvl="1">
              <a:buChar char="–"/>
            </a:pPr>
            <a:r>
              <a:t>Level two</a:t>
            </a:r>
          </a:p>
          <a:p>
            <a:r>
              <a:rPr lang="en-US" i="1"/>
              <a:t>Italic tail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1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</a:themeElements>
</a:theme>
</file>