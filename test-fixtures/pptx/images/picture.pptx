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</Types>
</file>

<file path=_rels/.rels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Id1"/>
  </p:sldMasterIdLst>
  <p:sldIdLst>
    <p:sldId id="256" r:id="rId2"/>
  </p:sldIdLst>
  <p:sldSz cx="12192000" cy="6858000"/>
</p:presentation>
</file>

<file path=ppt/_rels/presentation.xml.rels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r="http://schemas.openxmlformats.org/officeDocument/2006/relationships">
  <p:cSld>
    <p:spTree/>
  </p:cSld>
</p:sldLayout>
</file>

<file path=ppt/slideMasters/_rels/slideMaster1.xml.rels><Relationships xmlns="http://schemas.openxmlformats.org/package/2006/relationships"><Relationship Id="rId1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r="http://schemas.openxmlformats.org/officeDocument/2006/relationships" xmlns:a="http://schemas.openxmlformats.org/drawingml/2006/main">
  <p:cSld>
    <p:bg>
      <p:bgPr>
        <a:solidFill>
          <a:srgbClr val="FFFFFF"/>
        </a:solidFill>
      </p:bgPr>
    </p:bg>
    <p:spTree>
      <p:sp>
        <p:nvSpPr>
          <p:cNvPr id="2" name="Title Placeholder 1"/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t/>
            </a:r>
          </a:p>
        </p:txBody>
      </p:sp>
      <p:sp>
        <p:nvSpPr>
          <p:cNvPr id="3" name="Text Placeholder 2"/>
          <p:nvPr>
            <p:ph type="body" idx="1"/>
          </p:nvPr>
        </p:nvSpPr>
        <p:spPr>
          <a:xfrm>
            <a:off x="838200" y="1825625"/>
            <a:ext cx="10515600" cy="4451125"/>
          </a:xfrm>
        </p:spPr>
        <p:txBody>
          <a:bodyPr/>
          <a:lstStyle/>
          <a:p>
            <a:r>
              <a:t/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1.xml><?xml version="1.0" encoding="utf-8"?>
<p:sld xmlns:p="http://schemas.openxmlformats.org/presentationml/2006/main" xmlns:r="http://schemas.openxmlformats.org/officeDocument/2006/relationships" xmlns:a="http://schemas.openxmlformats.org/drawingml/2006/main">
  <p:cSld name="Picture">
    <p:spTree>
      <p:sp>
        <p:nvSpPr>
          <p:cNvPr id="2" name="Title 2"/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p>
            <a:r>
              <a:rPr lang="en-US" sz="4400" b="1"/>
              <a:t>Image</a:t>
            </a:r>
          </a:p>
        </p:txBody>
      </p:sp>
      <p:pic>
        <p:nvPicPr>
          <p:cNvPr id="3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2743200" y="2000250"/>
            <a:ext cx="6705600" cy="3429000"/>
          </a:xfrm>
          <a:prstGeom prst="rect">
            <a:avLst/>
          </a:prstGeom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1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</a:majorFont>
      <a:minorFont>
        <a:latin typeface="Calibri"/>
      </a:minorFont>
    </a:fontScheme>
  </a:themeElements>
</a:theme>
</file>