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>
  <p:cSld>
    <p:spTree/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sp>
        <p:nvSpPr>
          <p:cNvPr id="2" name="Title Placeholder 1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Picture">
    <p:spTree>
      <p:sp>
        <p:nvSpPr>
          <p:cNvPr id="2" name="Title 2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4400" b="1"/>
              <a:t>Image</a:t>
            </a:r>
          </a:p>
        </p:txBody>
      </p:sp>
      <p:pic>
        <p:nvPicPr>
          <p:cNvPr id="3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43200" y="2000250"/>
            <a:ext cx="6705600" cy="34290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1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</a:themeElements>
</a:theme>
</file>