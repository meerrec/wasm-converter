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>
  <p:cSld>
    <p:spTree/>
  </p:cSld>
</p:sldLayout>
</file>

<file path=ppt/slideMasters/_rels/slideMaster1.xml.rels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sp>
        <p:nvSpPr>
          <p:cNvPr id="2" name="Title Placeholder 1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Shapes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Geometry</a:t>
            </a:r>
          </a:p>
        </p:txBody>
      </p:sp>
      <p:sp>
        <p:nvSpPr>
          <p:cNvPr id="3" name="Rectangle 3"/>
          <p:nvPr/>
        </p:nvSpPr>
        <p:spPr>
          <a:xfrm>
            <a:off x="838200" y="2286000"/>
            <a:ext cx="2743200" cy="1371600"/>
          </a:xfrm>
          <a:prstGeom prst="rect">
            <a:avLst/>
          </a:prstGeom>
          <a:solidFill>
            <a:srgbClr val="4472C4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4" name="Rounded Rectangle 4"/>
          <p:nvPr/>
        </p:nvSpPr>
        <p:spPr>
          <a:xfrm>
            <a:off x="4023360" y="2286000"/>
            <a:ext cx="2743200" cy="13716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  <p:sp>
        <p:nvSpPr>
          <p:cNvPr id="5" name="Oval 5"/>
          <p:nvPr/>
        </p:nvSpPr>
        <p:spPr>
          <a:xfrm>
            <a:off x="7208520" y="2286000"/>
            <a:ext cx="2743200" cy="1371600"/>
          </a:xfrm>
          <a:prstGeom prst="ellipse">
            <a:avLst/>
          </a:prstGeom>
          <a:solidFill>
            <a:srgbClr val="70AD47"/>
          </a:solidFill>
          <a:ln w="12700">
            <a:solidFill>
              <a:srgbClr val="000000"/>
            </a:solidFill>
          </a:ln>
        </p:spPr>
        <p:txBody>
          <a:bodyPr/>
          <a:p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1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</a:themeElements>
</a:theme>
</file>