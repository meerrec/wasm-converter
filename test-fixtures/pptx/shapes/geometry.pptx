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Id1"/>
  </p:sldMasterIdLst>
  <p:sldIdLst>
    <p:sldId id="256" r:id="rId2"/>
  </p:sldIdLst>
  <p:sldSz cx="12192000" cy="6858000"/>
</p:presentation>
</file>

<file path=ppt/_rels/presentation.xml.rels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r="http://schemas.openxmlformats.org/officeDocument/2006/relationships">
  <p:cSld>
    <p:spTree/>
  </p:cSld>
</p:sldLayout>
</file>

<file path=ppt/slideMasters/_rels/slideMaster1.xml.rels><Relationships xmlns="http://schemas.openxmlformats.org/package/2006/relationships"><Relationship Id="rId1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sp>
        <p:nvSpPr>
          <p:cNvPr id="2" name="Title Placeholder 1"/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t/>
            </a:r>
          </a:p>
        </p:txBody>
      </p:sp>
      <p:sp>
        <p:nvSpPr>
          <p:cNvPr id="3" name="Text Placeholder 2"/>
          <p:nvPr>
            <p:ph type="body" idx="1"/>
          </p:nvPr>
        </p:nvSpPr>
        <p:spPr>
          <a:xfrm>
            <a:off x="838200" y="1825625"/>
            <a:ext cx="10515600" cy="4451125"/>
          </a:xfrm>
        </p:spPr>
        <p:txBody>
          <a:bodyPr/>
          <a:lstStyle/>
          <a:p>
            <a:r>
              <a:t/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>
  <p:cSld name="Shapes">
    <p:spTree>
      <p:sp>
        <p:nvSpPr>
          <p:cNvPr id="2" name="Title 2"/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p>
            <a:r>
              <a:rPr lang="en-US" sz="4400" b="1"/>
              <a:t>Geometry</a:t>
            </a:r>
          </a:p>
        </p:txBody>
      </p:sp>
      <p:sp>
        <p:nvSpPr>
          <p:cNvPr id="3" name="Rectangle 3"/>
          <p:nvPr/>
        </p:nvSpPr>
        <p:spPr>
          <a:xfrm>
            <a:off x="838200" y="2286000"/>
            <a:ext cx="2743200" cy="1371600"/>
          </a:xfrm>
          <a:prstGeom prst="rect">
            <a:avLst/>
          </a:prstGeom>
          <a:solidFill>
            <a:srgbClr val="4472C4"/>
          </a:solidFill>
          <a:ln w="12700">
            <a:solidFill>
              <a:srgbClr val="000000"/>
            </a:solidFill>
          </a:ln>
        </p:spPr>
        <p:txBody>
          <a:bodyPr/>
          <a:p/>
        </p:txBody>
      </p:sp>
      <p:sp>
        <p:nvSpPr>
          <p:cNvPr id="4" name="Rounded Rectangle 4"/>
          <p:nvPr/>
        </p:nvSpPr>
        <p:spPr>
          <a:xfrm>
            <a:off x="4023360" y="2286000"/>
            <a:ext cx="2743200" cy="1371600"/>
          </a:xfrm>
          <a:prstGeom prst="roundRect">
            <a:avLst/>
          </a:prstGeom>
          <a:solidFill>
            <a:srgbClr val="ED7D31"/>
          </a:solidFill>
          <a:ln w="12700">
            <a:solidFill>
              <a:srgbClr val="000000"/>
            </a:solidFill>
          </a:ln>
        </p:spPr>
        <p:txBody>
          <a:bodyPr/>
          <a:p/>
        </p:txBody>
      </p:sp>
      <p:sp>
        <p:nvSpPr>
          <p:cNvPr id="5" name="Oval 5"/>
          <p:nvPr/>
        </p:nvSpPr>
        <p:spPr>
          <a:xfrm>
            <a:off x="7208520" y="2286000"/>
            <a:ext cx="2743200" cy="1371600"/>
          </a:xfrm>
          <a:prstGeom prst="ellipse">
            <a:avLst/>
          </a:prstGeom>
          <a:solidFill>
            <a:srgbClr val="70AD47"/>
          </a:solidFill>
          <a:ln w="12700">
            <a:solidFill>
              <a:srgbClr val="000000"/>
            </a:solidFill>
          </a:ln>
        </p:spPr>
        <p:txBody>
          <a:bodyPr/>
          <a:p/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1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</a:majorFont>
      <a:minorFont>
        <a:latin typeface="Calibri"/>
      </a:minorFont>
    </a:fontScheme>
  </a:themeElements>
</a:theme>
</file>