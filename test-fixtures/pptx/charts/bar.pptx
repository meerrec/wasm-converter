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charts/chart1.xml" ContentType="application/vnd.openxmlformats-officedocument.drawingml.chart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r>
              <a:t>Sales</a:t>
            </a:r>
          </a:p>
        </c:rich>
      </c:tx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</c:barChart>
    </c:plotArea>
  </c:chart>
</c:chartSpace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>
  <p:cSld>
    <p:spTree/>
  </p:cSld>
</p:sldLayout>
</file>

<file path=ppt/slideMasters/_rels/slideMaster1.xml.rels>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sp>
        <p:nvSpPr>
          <p:cNvPr id="2" name="Title Placeholder 1"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nvPr>
            <p:ph type="body" idx="1"/>
          </p:nvPr>
        </p:nvSpPr>
        <p:spPr>
          <a:xfrm>
            <a:off x="838200" y="1825625"/>
            <a:ext cx="10515600" cy="4451125"/>
          </a:xfrm>
        </p:spPr>
        <p:txBody>
          <a:bodyPr/>
          <a:lstStyle/>
          <a:p>
            <a:r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 name="Chart">
    <p:spTree>
      <p:sp>
        <p:nvSpPr>
          <p:cNvPr id="2" name="Title 2"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 sz="4400" b="1"/>
              <a:t>Sales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1371600" y="2000250"/>
          <a:ext cx="9448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1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</a:themeElements>
</a:theme>
</file>